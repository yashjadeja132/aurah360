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63F2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63F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OPERATING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Aurah 360 ClinicOS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operating system for a real skin, hair &amp; laser clinic in Surat —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front desk to the doctor's chair to the patient's phone.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v1.0.0-rc.1  ·  Release Candidate for Client UAT  ·  6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one clinic's real operations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runs skin, hair &amp; laser care across branches with doctors, reception, pharmacy and a growing patient base. Off-the-shelf software forced compromises everywhere it mattered.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7706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front desk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32004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queues and reception ran on spreadsheets and phone calls — no single live view.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51460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788920"/>
            <a:ext cx="502920" cy="50292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0" y="27706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patient journey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32004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notes, prescriptions, treatment plans and billing lived in separate silos.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846320"/>
            <a:ext cx="502920" cy="50292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8280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and follow-ups leaked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52578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CRM meant enquiries and recall opportunities were lost after the first call.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57200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846320"/>
            <a:ext cx="502920" cy="50292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32320" y="48280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SaaS didn't fit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0" y="52578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platforms bundled onboarding, subscriptions and white-labeling this single clinic never needed.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principles guide every module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7556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clinic, done right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0" y="175564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multi-tenant plumbing, no onboarding flow — every screen built for how Aurah 360 actually works.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CE9F4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6243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stays in control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62432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and suggests; a doctor reviews, edits and signs before anything touches the record.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34930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not a feature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34930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break-glass access and RBAC are built into the foundation, not bolted on later.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CE9F4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25880" y="43616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end-to-end workflow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20640" y="436168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to patient to appointment to consultation to billing to pharmacy, in one connected system.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25880" y="5230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part of care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20640" y="523036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reminders and recall campaigns keep the clinic's relationship with patients alive between visits.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one connected clinic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1E5A4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94560"/>
            <a:ext cx="3429000" cy="45720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1965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2880360"/>
            <a:ext cx="29260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+ Express + MongoDB/Mongoose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BullMQ background jobs &amp; DLQ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realtime (branch / doctor rooms)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 + Swagger docs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6916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163F2E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2194560"/>
            <a:ext cx="3429000" cy="457200"/>
          </a:xfrm>
          <a:prstGeom prst="rect">
            <a:avLst/>
          </a:prstGeom>
          <a:solidFill>
            <a:srgbClr val="163F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81965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26280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53712" y="2880360"/>
            <a:ext cx="29260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React Router 7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for server state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UI, Recharts dashboards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Route-level code splitting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6916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BF6E9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6916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CE9F45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2194560"/>
            <a:ext cx="3429000" cy="457200"/>
          </a:xfrm>
          <a:prstGeom prst="rect">
            <a:avLst/>
          </a:prstGeom>
          <a:solidFill>
            <a:srgbClr val="CE9F45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81965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75320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02752" y="2880360"/>
            <a:ext cx="29260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(Android/iOS)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patient authentication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Appointments, bills, treatments, offers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Gujarati / Hindi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 Route  →  Zod validation  →  Auth / RBAC  →  Controller  →  Service  →  Repository  →  MongoDB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clinical &amp; operational backbone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141732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379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2219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documents, search, history across branches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91640"/>
            <a:ext cx="82296" cy="141732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8379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Appointments &amp; queue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2219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booking, calendar, live reception queue (Socket.io)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91640"/>
            <a:ext cx="82296" cy="141732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379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EMR / consultations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22219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notes, vitals, clinical templates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6499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64992"/>
            <a:ext cx="82296" cy="141732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112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89534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Medicines, templates, print-ready Rx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36499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3364992"/>
            <a:ext cx="82296" cy="141732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5112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plans &amp; sessions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389534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packages, consent, payment-gated sessions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336499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3364992"/>
            <a:ext cx="82296" cy="141732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35112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21040" y="389534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partial &amp; split payments, print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38344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5038344"/>
            <a:ext cx="82296" cy="141732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184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pharmacy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55686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dispense, purchase orders, ledger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Patient → Appointment → Reception → Queue → Consultation → Prescription → Treatment Plan → Billing → Payment → Session → Pharmacy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COMMUNICATION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clinic's pipeline and voice alive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93392"/>
            <a:ext cx="457200" cy="45720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&amp; pipeline stages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owner assignment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Lead-to-patient conversion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BullMQ-driven follow-up reminders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1993392"/>
            <a:ext cx="457200" cy="45720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Template-driven messaging engine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in-app, email, SMS, WhatsApp, voice, push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delivery via BullMQ + DLQ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triggers (appointments, billing, CRM)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1993392"/>
            <a:ext cx="457200" cy="45720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0684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Offers &amp; recall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campaigns to patient segments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entries for lapsed patients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queue-backed dispatch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patient mobile app "Offers" screen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adapters ship as tested mock providers today — swap in live vendor credentials without changing calling code.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COPILOT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Privacy-safe, doctor-controlled AI assistance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310896" cy="310896"/>
          </a:xfrm>
          <a:prstGeom prst="ellipse">
            <a:avLst/>
          </a:prstGeom>
          <a:solidFill>
            <a:srgbClr val="CE9F4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3225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selects a use case (draft note, red-flag assist, report summary…)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889504"/>
            <a:ext cx="310896" cy="310896"/>
          </a:xfrm>
          <a:prstGeom prst="ellipse">
            <a:avLst/>
          </a:prstGeom>
          <a:solidFill>
            <a:srgbClr val="CE9F4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834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gateway strips identity fields &amp; scrubs PII-shaped text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401568"/>
            <a:ext cx="310896" cy="310896"/>
          </a:xfrm>
          <a:prstGeom prst="ellipse">
            <a:avLst/>
          </a:prstGeom>
          <a:solidFill>
            <a:srgbClr val="CE9F4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33467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input manifest is sent — nothing else leaves the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3913632"/>
            <a:ext cx="310896" cy="310896"/>
          </a:xfrm>
          <a:prstGeom prst="ellipse">
            <a:avLst/>
          </a:prstGeom>
          <a:solidFill>
            <a:srgbClr val="CE9F4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38587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response is validated against a schema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425696"/>
            <a:ext cx="310896" cy="310896"/>
          </a:xfrm>
          <a:prstGeom prst="ellipse">
            <a:avLst/>
          </a:prstGeom>
          <a:solidFill>
            <a:srgbClr val="CE9F4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43708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PHI-safe audit row is recorded for every call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4937760"/>
            <a:ext cx="310896" cy="310896"/>
          </a:xfrm>
          <a:prstGeom prst="ellipse">
            <a:avLst/>
          </a:prstGeom>
          <a:solidFill>
            <a:srgbClr val="CE9F4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48828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reviews, edits and signs — nothing auto-saves or auto-prescribes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69164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023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kill-switch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09360" y="22860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Per-use-case feature flags, enforced server-side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enable/disable switch in configuration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and schema validation on every response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diagnoses, prescribes, or contacts the patient directly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use cases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09360" y="4526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history questions &amp; red-flag assist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timeline summarisation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SOAP notes and patient instructions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checklist gap-checking · analytics narrative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patient data by default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87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MFA / TOTP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402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one-time-passcode enrollment for staff accounts, with step-up re-authentication on sensitive actions.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1947672"/>
            <a:ext cx="457200" cy="45720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40880" y="187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Break-glass access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22402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Logged, exceptional-access path for emergencies — every use is auditable, never silent.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639312"/>
            <a:ext cx="457200" cy="45720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35661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9319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permission keys per role, with an Owner wildcard and route-level guards on both API and UI.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172200" y="33832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28232" y="3639312"/>
            <a:ext cx="457200" cy="45720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35661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management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39319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consent definitions, grants and records — not a checkbox afterthought.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5330952"/>
            <a:ext cx="457200" cy="45720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17320" y="5257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Privacy-rights handling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56235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governance service and case model for patient data-rights requests.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72200" y="507492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28232" y="5330952"/>
            <a:ext cx="457200" cy="457200"/>
          </a:xfrm>
          <a:prstGeom prst="ellipse">
            <a:avLst/>
          </a:prstGeom>
          <a:solidFill>
            <a:srgbClr val="1E5A40"/>
          </a:solidFill>
          <a:ln/>
        </p:spPr>
      </p:sp>
      <p:sp>
        <p:nvSpPr>
          <p:cNvPr id="33" name="Text 31"/>
          <p:cNvSpPr/>
          <p:nvPr/>
        </p:nvSpPr>
        <p:spPr>
          <a:xfrm>
            <a:off x="6428232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40880" y="5257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Defense-in-depth middleware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56235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Helmet/CSP, rate limiting, Mongo-injection &amp; XSS sanitisation, audit logging on sensitive actions.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MOBILE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clinic in a patient's pocket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206240" cy="4343400"/>
          </a:xfrm>
          <a:prstGeom prst="roundRect">
            <a:avLst>
              <a:gd name="adj" fmla="val 1739"/>
            </a:avLst>
          </a:prstGeom>
          <a:solidFill>
            <a:srgbClr val="1E5A40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Native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A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from one codebase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A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request &amp; verify authentication flow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A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API contracts with the staff portal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A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Localised into English, Gujarati and Hindi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·  GU  ·  HI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16916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49240" y="16916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595360" y="16916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23960" y="16916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120640" y="28803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49240" y="28803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95360" y="28803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23960" y="28803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120640" y="406908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40690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595360" y="406908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823960" y="406908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120640" y="52578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49240" y="52578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595360" y="52578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823960" y="52578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automated safety net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01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 suite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permissions and workflow test directories exercising services and RBAC rules.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502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 scripts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 smoke tests (module 1, 10–19) plus a full regression smoke run.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102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pipeline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backend tests against live MongoDB + Redis, frontend build, and Docker image builds on every push.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10231A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checks on every push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242316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Vitest unit + integration tests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/ config sanity import check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production Vite build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API image build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Web (nginx) image build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is built with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37360"/>
            <a:ext cx="2121408" cy="54864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92024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(Staff Portal)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07208" y="173736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07208" y="1737360"/>
            <a:ext cx="2121408" cy="54864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192024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(API)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90088" y="274320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+ Express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logging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65776" y="173736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65776" y="1737360"/>
            <a:ext cx="2121408" cy="54864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192024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Cache, jobs &amp; realtime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48656" y="274320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+ dead-letter queue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24344" y="173736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24344" y="1737360"/>
            <a:ext cx="2121408" cy="54864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20" name="Text 18"/>
          <p:cNvSpPr/>
          <p:nvPr/>
        </p:nvSpPr>
        <p:spPr>
          <a:xfrm>
            <a:off x="7488936" y="192024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(Patient App)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07224" y="274320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bundler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(en / gu / hi)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82912" y="173736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82912" y="1737360"/>
            <a:ext cx="2121408" cy="54864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24" name="Text 22"/>
          <p:cNvSpPr/>
          <p:nvPr/>
        </p:nvSpPr>
        <p:spPr>
          <a:xfrm>
            <a:off x="9747504" y="192024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docs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65792" y="274320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nginx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process manager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 + Swagger UI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Candidate 1 — ready for client UAT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383280" cy="4251960"/>
          </a:xfrm>
          <a:prstGeom prst="roundRect">
            <a:avLst>
              <a:gd name="adj" fmla="val 2162"/>
            </a:avLst>
          </a:prstGeom>
          <a:solidFill>
            <a:srgbClr val="1E5A40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11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approved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(1–19)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E9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~78%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production readiness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v1.0.0-rc.1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51960" y="1737360"/>
            <a:ext cx="7086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33172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live: lead through consultation, billing, pharmacy, portal &amp; mobile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UAT: ready, with disclosed caveats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internet production: not yet cleared — pending P0 checklist items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3886200"/>
            <a:ext cx="7086600" cy="2103120"/>
          </a:xfrm>
          <a:prstGeom prst="roundRect">
            <a:avLst>
              <a:gd name="adj" fmla="val 3478"/>
            </a:avLst>
          </a:prstGeom>
          <a:solidFill>
            <a:srgbClr val="FBF3E3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before production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448056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Auth-gate the public /uploads file mount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seed passwords &amp; example JWT secrets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real mongodump backup/restore automation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at least one live notification channel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37360"/>
            <a:ext cx="3520440" cy="822960"/>
          </a:xfrm>
          <a:prstGeom prst="rect">
            <a:avLst/>
          </a:prstGeom>
          <a:solidFill>
            <a:srgbClr val="163F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 hardening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788920"/>
            <a:ext cx="30083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Auth-gated / signed file uploads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WhatsApp &amp; DLT-compliant SMS vendors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MFA enforcement to Owner/Admin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mongodump-based backup automation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737360"/>
            <a:ext cx="3520440" cy="822960"/>
          </a:xfrm>
          <a:prstGeom prst="rect">
            <a:avLst/>
          </a:prstGeom>
          <a:solidFill>
            <a:srgbClr val="163F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37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depth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9432" y="2788920"/>
            <a:ext cx="30083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close &amp; billing refund workflow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 merge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PDF export adapter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/ devices collision engine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2DA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737360"/>
            <a:ext cx="3520440" cy="822960"/>
          </a:xfrm>
          <a:prstGeom prst="rect">
            <a:avLst/>
          </a:prstGeom>
          <a:solidFill>
            <a:srgbClr val="163F2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37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scale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94192" y="2788920"/>
            <a:ext cx="30083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Redis adapter (multi-instance)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/ FHIR &amp; teleconsult exploration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check-in devices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63F2E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163F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 — one clinic, one connected system.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aurah360-clinicos  ·  v1.0.0-rc.1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2026-08-06T13:06:43Z</dcterms:created>
  <dcterms:modified xsi:type="dcterms:W3CDTF">2026-08-06T13:06:43Z</dcterms:modified>
</cp:coreProperties>
</file>